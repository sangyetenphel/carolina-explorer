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61" r:id="rId3"/>
    <p:sldId id="262" r:id="rId4"/>
    <p:sldId id="263"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14"/>
  </p:normalViewPr>
  <p:slideViewPr>
    <p:cSldViewPr snapToGrid="0" snapToObjects="1">
      <p:cViewPr>
        <p:scale>
          <a:sx n="80" d="100"/>
          <a:sy n="80" d="100"/>
        </p:scale>
        <p:origin x="784" y="88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gye Tengkhar" userId="3b1d50f8-5a2a-481c-b241-a3b47de4c147" providerId="ADAL" clId="{E9EAD50C-2F68-5327-8524-1A03335AAB18}"/>
    <pc:docChg chg="modSld">
      <pc:chgData name="Sangye Tengkhar" userId="3b1d50f8-5a2a-481c-b241-a3b47de4c147" providerId="ADAL" clId="{E9EAD50C-2F68-5327-8524-1A03335AAB18}" dt="2026-02-19T19:49:26.622" v="1" actId="20577"/>
      <pc:docMkLst>
        <pc:docMk/>
      </pc:docMkLst>
      <pc:sldChg chg="modSp mod">
        <pc:chgData name="Sangye Tengkhar" userId="3b1d50f8-5a2a-481c-b241-a3b47de4c147" providerId="ADAL" clId="{E9EAD50C-2F68-5327-8524-1A03335AAB18}" dt="2026-02-19T19:49:26.622" v="1" actId="20577"/>
        <pc:sldMkLst>
          <pc:docMk/>
          <pc:sldMk cId="2968545862" sldId="260"/>
        </pc:sldMkLst>
        <pc:spChg chg="mod">
          <ac:chgData name="Sangye Tengkhar" userId="3b1d50f8-5a2a-481c-b241-a3b47de4c147" providerId="ADAL" clId="{E9EAD50C-2F68-5327-8524-1A03335AAB18}" dt="2026-02-19T19:49:26.622" v="1" actId="20577"/>
          <ac:spMkLst>
            <pc:docMk/>
            <pc:sldMk cId="2968545862" sldId="260"/>
            <ac:spMk id="9" creationId="{E81E11B8-2F50-106A-15AA-A7F8A13D70E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726E5BB-4ABF-10F6-8DB3-D536D9493BCF}"/>
              </a:ext>
            </a:extLst>
          </p:cNvPr>
          <p:cNvSpPr>
            <a:spLocks noGrp="1"/>
          </p:cNvSpPr>
          <p:nvPr>
            <p:ph type="title"/>
          </p:nvPr>
        </p:nvSpPr>
        <p:spPr>
          <a:xfrm>
            <a:off x="468438" y="3607777"/>
            <a:ext cx="10972800" cy="1143000"/>
          </a:xfrm>
        </p:spPr>
        <p:txBody>
          <a:bodyPr>
            <a:normAutofit/>
          </a:bodyPr>
          <a:lstStyle/>
          <a:p>
            <a:r>
              <a:rPr lang="en-US" dirty="0">
                <a:latin typeface="Noto Sans Batak" panose="020B0502040504020204" pitchFamily="34" charset="0"/>
              </a:rPr>
              <a:t>High Fidelity Prototype</a:t>
            </a:r>
          </a:p>
        </p:txBody>
      </p:sp>
      <p:pic>
        <p:nvPicPr>
          <p:cNvPr id="8" name="Picture 7" descr="A black background with blue text&#10;&#10;AI-generated content may be incorrect.">
            <a:extLst>
              <a:ext uri="{FF2B5EF4-FFF2-40B4-BE49-F238E27FC236}">
                <a16:creationId xmlns:a16="http://schemas.microsoft.com/office/drawing/2014/main" id="{8B290CA9-B9B7-5623-618C-3ADB407AFD0A}"/>
              </a:ext>
            </a:extLst>
          </p:cNvPr>
          <p:cNvPicPr>
            <a:picLocks noChangeAspect="1"/>
          </p:cNvPicPr>
          <p:nvPr/>
        </p:nvPicPr>
        <p:blipFill>
          <a:blip r:embed="rId2"/>
          <a:srcRect t="41015" b="43231"/>
          <a:stretch>
            <a:fillRect/>
          </a:stretch>
        </p:blipFill>
        <p:spPr>
          <a:xfrm>
            <a:off x="468438" y="2110154"/>
            <a:ext cx="11255123" cy="1773115"/>
          </a:xfrm>
          <a:prstGeom prst="rect">
            <a:avLst/>
          </a:prstGeom>
        </p:spPr>
      </p:pic>
      <p:sp>
        <p:nvSpPr>
          <p:cNvPr id="9" name="Title 1">
            <a:extLst>
              <a:ext uri="{FF2B5EF4-FFF2-40B4-BE49-F238E27FC236}">
                <a16:creationId xmlns:a16="http://schemas.microsoft.com/office/drawing/2014/main" id="{E81E11B8-2F50-106A-15AA-A7F8A13D70EC}"/>
              </a:ext>
            </a:extLst>
          </p:cNvPr>
          <p:cNvSpPr txBox="1">
            <a:spLocks/>
          </p:cNvSpPr>
          <p:nvPr/>
        </p:nvSpPr>
        <p:spPr>
          <a:xfrm>
            <a:off x="7244377" y="5602167"/>
            <a:ext cx="6354393" cy="917330"/>
          </a:xfrm>
          <a:prstGeom prst="rect">
            <a:avLst/>
          </a:prstGeom>
        </p:spPr>
        <p:txBody>
          <a:bodyPr vert="horz" lIns="91440" tIns="45720" rIns="91440" bIns="45720" rtlCol="0" anchor="ctr">
            <a:normAutofit fontScale="5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en-US">
                <a:latin typeface="Noto Sans Batak" panose="020B0502040504020204" pitchFamily="34" charset="0"/>
              </a:rPr>
              <a:t>Sangye Tengkhar</a:t>
            </a:r>
            <a:endParaRPr lang="en-US" dirty="0">
              <a:latin typeface="Noto Sans Batak" panose="020B0502040504020204" pitchFamily="34" charset="0"/>
            </a:endParaRPr>
          </a:p>
          <a:p>
            <a:pPr>
              <a:lnSpc>
                <a:spcPct val="120000"/>
              </a:lnSpc>
            </a:pPr>
            <a:r>
              <a:rPr lang="en-US" dirty="0">
                <a:latin typeface="Noto Sans Batak" panose="020B0502040504020204" pitchFamily="34" charset="0"/>
              </a:rPr>
              <a:t>Ayusha Thapa</a:t>
            </a:r>
          </a:p>
        </p:txBody>
      </p:sp>
    </p:spTree>
    <p:extLst>
      <p:ext uri="{BB962C8B-B14F-4D97-AF65-F5344CB8AC3E}">
        <p14:creationId xmlns:p14="http://schemas.microsoft.com/office/powerpoint/2010/main" val="296854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AD1AF-B3E9-3C7C-3D29-1C7597201349}"/>
              </a:ext>
            </a:extLst>
          </p:cNvPr>
          <p:cNvSpPr>
            <a:spLocks noGrp="1"/>
          </p:cNvSpPr>
          <p:nvPr>
            <p:ph type="title"/>
          </p:nvPr>
        </p:nvSpPr>
        <p:spPr>
          <a:xfrm>
            <a:off x="609600" y="435059"/>
            <a:ext cx="10972800" cy="1143000"/>
          </a:xfrm>
        </p:spPr>
        <p:txBody>
          <a:bodyPr/>
          <a:lstStyle/>
          <a:p>
            <a:pPr algn="l"/>
            <a:r>
              <a:rPr lang="en-US" dirty="0">
                <a:latin typeface="Noto Sans Batak" panose="020B0502040504020204" pitchFamily="34" charset="0"/>
              </a:rPr>
              <a:t>System Overview </a:t>
            </a:r>
          </a:p>
        </p:txBody>
      </p:sp>
      <p:sp>
        <p:nvSpPr>
          <p:cNvPr id="3" name="Content Placeholder 2">
            <a:extLst>
              <a:ext uri="{FF2B5EF4-FFF2-40B4-BE49-F238E27FC236}">
                <a16:creationId xmlns:a16="http://schemas.microsoft.com/office/drawing/2014/main" id="{13D27F5D-7850-385C-D9B5-5977D88FAB57}"/>
              </a:ext>
            </a:extLst>
          </p:cNvPr>
          <p:cNvSpPr>
            <a:spLocks noGrp="1"/>
          </p:cNvSpPr>
          <p:nvPr>
            <p:ph idx="1"/>
          </p:nvPr>
        </p:nvSpPr>
        <p:spPr>
          <a:xfrm>
            <a:off x="609600" y="1578059"/>
            <a:ext cx="10972800" cy="4983161"/>
          </a:xfrm>
        </p:spPr>
        <p:txBody>
          <a:bodyPr>
            <a:normAutofit fontScale="70000" lnSpcReduction="20000"/>
          </a:bodyPr>
          <a:lstStyle/>
          <a:p>
            <a:pPr marL="0" indent="0">
              <a:buNone/>
            </a:pPr>
            <a:r>
              <a:rPr lang="en-US" dirty="0">
                <a:latin typeface="Noto Sans Batak" panose="020B0502040504020204" pitchFamily="34" charset="0"/>
              </a:rPr>
              <a:t>Carolina Explorer is a web-based tour discovery platform designed for tourists and new residents exploring North Carolina. The system helps users easily discover, filter, and request bookings for guided tours based on city, price, and preferences.</a:t>
            </a:r>
          </a:p>
          <a:p>
            <a:pPr marL="0" indent="0">
              <a:buNone/>
            </a:pPr>
            <a:endParaRPr lang="en-US" dirty="0">
              <a:latin typeface="Noto Sans Batak" panose="020B0502040504020204" pitchFamily="34" charset="0"/>
            </a:endParaRPr>
          </a:p>
          <a:p>
            <a:pPr marL="0" indent="0">
              <a:buNone/>
            </a:pPr>
            <a:r>
              <a:rPr lang="en-US" dirty="0">
                <a:latin typeface="Noto Sans Batak" panose="020B0502040504020204" pitchFamily="34" charset="0"/>
              </a:rPr>
              <a:t>Actors:</a:t>
            </a:r>
          </a:p>
          <a:p>
            <a:r>
              <a:rPr lang="en-US" dirty="0">
                <a:latin typeface="Noto Sans Batak" panose="020B0502040504020204" pitchFamily="34" charset="0"/>
              </a:rPr>
              <a:t>Customer (Tourist)</a:t>
            </a:r>
          </a:p>
          <a:p>
            <a:r>
              <a:rPr lang="en-US" dirty="0">
                <a:latin typeface="Noto Sans Batak" panose="020B0502040504020204" pitchFamily="34" charset="0"/>
              </a:rPr>
              <a:t>Provider (Tour Guide)</a:t>
            </a:r>
          </a:p>
          <a:p>
            <a:endParaRPr lang="en-US" dirty="0">
              <a:latin typeface="Noto Sans Batak" panose="020B0502040504020204" pitchFamily="34" charset="0"/>
            </a:endParaRPr>
          </a:p>
          <a:p>
            <a:pPr marL="0" indent="0">
              <a:buNone/>
            </a:pPr>
            <a:r>
              <a:rPr lang="en-US" dirty="0">
                <a:latin typeface="Noto Sans Batak" panose="020B0502040504020204" pitchFamily="34" charset="0"/>
              </a:rPr>
              <a:t>Prototype Scope:</a:t>
            </a:r>
          </a:p>
          <a:p>
            <a:r>
              <a:rPr lang="en-US" dirty="0">
                <a:latin typeface="Noto Sans Batak" panose="020B0502040504020204" pitchFamily="34" charset="0"/>
              </a:rPr>
              <a:t>Registration &amp; Login</a:t>
            </a:r>
          </a:p>
          <a:p>
            <a:r>
              <a:rPr lang="en-US" dirty="0">
                <a:latin typeface="Noto Sans Batak" panose="020B0502040504020204" pitchFamily="34" charset="0"/>
              </a:rPr>
              <a:t>Browse &amp; Filter Tours</a:t>
            </a:r>
          </a:p>
          <a:p>
            <a:r>
              <a:rPr lang="en-US" dirty="0">
                <a:latin typeface="Noto Sans Batak" panose="020B0502040504020204" pitchFamily="34" charset="0"/>
              </a:rPr>
              <a:t>View Itinerary</a:t>
            </a:r>
          </a:p>
          <a:p>
            <a:r>
              <a:rPr lang="en-US" dirty="0">
                <a:latin typeface="Noto Sans Batak" panose="020B0502040504020204" pitchFamily="34" charset="0"/>
              </a:rPr>
              <a:t>Booking Requests</a:t>
            </a:r>
          </a:p>
          <a:p>
            <a:r>
              <a:rPr lang="en-US" dirty="0">
                <a:latin typeface="Noto Sans Batak" panose="020B0502040504020204" pitchFamily="34" charset="0"/>
              </a:rPr>
              <a:t>Accept/Decline Booking</a:t>
            </a:r>
          </a:p>
        </p:txBody>
      </p:sp>
    </p:spTree>
    <p:extLst>
      <p:ext uri="{BB962C8B-B14F-4D97-AF65-F5344CB8AC3E}">
        <p14:creationId xmlns:p14="http://schemas.microsoft.com/office/powerpoint/2010/main" val="1000753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E927A6-75C2-3E9C-C1C2-6A2A6AD47668}"/>
              </a:ext>
            </a:extLst>
          </p:cNvPr>
          <p:cNvSpPr>
            <a:spLocks noGrp="1"/>
          </p:cNvSpPr>
          <p:nvPr>
            <p:ph type="title"/>
          </p:nvPr>
        </p:nvSpPr>
        <p:spPr>
          <a:xfrm>
            <a:off x="609600" y="435059"/>
            <a:ext cx="10972800" cy="1143000"/>
          </a:xfrm>
        </p:spPr>
        <p:txBody>
          <a:bodyPr/>
          <a:lstStyle/>
          <a:p>
            <a:pPr algn="l"/>
            <a:r>
              <a:rPr lang="en-US" dirty="0"/>
              <a:t>Provider Flow</a:t>
            </a:r>
            <a:endParaRPr lang="en-US" dirty="0">
              <a:latin typeface="Noto Sans Batak" panose="020B0502040504020204" pitchFamily="34" charset="0"/>
            </a:endParaRPr>
          </a:p>
        </p:txBody>
      </p:sp>
      <p:sp>
        <p:nvSpPr>
          <p:cNvPr id="5" name="Content Placeholder 2">
            <a:extLst>
              <a:ext uri="{FF2B5EF4-FFF2-40B4-BE49-F238E27FC236}">
                <a16:creationId xmlns:a16="http://schemas.microsoft.com/office/drawing/2014/main" id="{8C43C712-D923-44EB-D3BC-46D34B743383}"/>
              </a:ext>
            </a:extLst>
          </p:cNvPr>
          <p:cNvSpPr>
            <a:spLocks noGrp="1"/>
          </p:cNvSpPr>
          <p:nvPr>
            <p:ph idx="1"/>
          </p:nvPr>
        </p:nvSpPr>
        <p:spPr>
          <a:xfrm>
            <a:off x="609600" y="1578059"/>
            <a:ext cx="10972800" cy="4983161"/>
          </a:xfrm>
        </p:spPr>
        <p:txBody>
          <a:bodyPr>
            <a:normAutofit/>
          </a:bodyPr>
          <a:lstStyle/>
          <a:p>
            <a:pPr marL="0" indent="0">
              <a:buNone/>
            </a:pPr>
            <a:r>
              <a:rPr lang="en-US" dirty="0"/>
              <a:t>Core Use Cases:</a:t>
            </a:r>
          </a:p>
          <a:p>
            <a:endParaRPr lang="en-US" dirty="0"/>
          </a:p>
          <a:p>
            <a:pPr marL="0" indent="0">
              <a:buNone/>
            </a:pPr>
            <a:r>
              <a:rPr lang="en-US" dirty="0"/>
              <a:t>1. Provider Registration &amp; Login</a:t>
            </a:r>
          </a:p>
          <a:p>
            <a:pPr marL="0" indent="0">
              <a:buNone/>
            </a:pPr>
            <a:r>
              <a:rPr lang="en-US" dirty="0"/>
              <a:t>2. Create &amp; Manage Tours</a:t>
            </a:r>
          </a:p>
          <a:p>
            <a:pPr marL="0" indent="0">
              <a:buNone/>
            </a:pPr>
            <a:r>
              <a:rPr lang="en-US" dirty="0"/>
              <a:t>3. View Booking Requests</a:t>
            </a:r>
          </a:p>
          <a:p>
            <a:pPr marL="0" indent="0">
              <a:buNone/>
            </a:pPr>
            <a:r>
              <a:rPr lang="en-US" dirty="0"/>
              <a:t>4. Accept or Decline Booking Requests</a:t>
            </a:r>
          </a:p>
          <a:p>
            <a:endParaRPr lang="en-US" dirty="0"/>
          </a:p>
          <a:p>
            <a:pPr marL="0" indent="0">
              <a:buNone/>
            </a:pPr>
            <a:endParaRPr lang="en-US" dirty="0">
              <a:latin typeface="Noto Sans Batak" panose="020B0502040504020204" pitchFamily="34" charset="0"/>
            </a:endParaRPr>
          </a:p>
        </p:txBody>
      </p:sp>
    </p:spTree>
    <p:extLst>
      <p:ext uri="{BB962C8B-B14F-4D97-AF65-F5344CB8AC3E}">
        <p14:creationId xmlns:p14="http://schemas.microsoft.com/office/powerpoint/2010/main" val="741580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7A240-EB4D-33B1-DA21-CB69EB0D15E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47207C2-F040-DA73-12ED-B4922699BD25}"/>
              </a:ext>
            </a:extLst>
          </p:cNvPr>
          <p:cNvSpPr>
            <a:spLocks noGrp="1"/>
          </p:cNvSpPr>
          <p:nvPr>
            <p:ph type="title"/>
          </p:nvPr>
        </p:nvSpPr>
        <p:spPr>
          <a:xfrm>
            <a:off x="609600" y="435059"/>
            <a:ext cx="10972800" cy="1143000"/>
          </a:xfrm>
        </p:spPr>
        <p:txBody>
          <a:bodyPr/>
          <a:lstStyle/>
          <a:p>
            <a:pPr algn="l"/>
            <a:r>
              <a:rPr lang="en-US" dirty="0"/>
              <a:t>Customer Flow</a:t>
            </a:r>
            <a:endParaRPr lang="en-US" dirty="0">
              <a:latin typeface="Noto Sans Batak" panose="020B0502040504020204" pitchFamily="34" charset="0"/>
            </a:endParaRPr>
          </a:p>
        </p:txBody>
      </p:sp>
      <p:sp>
        <p:nvSpPr>
          <p:cNvPr id="5" name="Content Placeholder 2">
            <a:extLst>
              <a:ext uri="{FF2B5EF4-FFF2-40B4-BE49-F238E27FC236}">
                <a16:creationId xmlns:a16="http://schemas.microsoft.com/office/drawing/2014/main" id="{924CEB9E-E9F3-D9DA-AB3E-872694F1E7F8}"/>
              </a:ext>
            </a:extLst>
          </p:cNvPr>
          <p:cNvSpPr>
            <a:spLocks noGrp="1"/>
          </p:cNvSpPr>
          <p:nvPr>
            <p:ph idx="1"/>
          </p:nvPr>
        </p:nvSpPr>
        <p:spPr>
          <a:xfrm>
            <a:off x="609600" y="1578059"/>
            <a:ext cx="10972800" cy="4983161"/>
          </a:xfrm>
        </p:spPr>
        <p:txBody>
          <a:bodyPr>
            <a:normAutofit/>
          </a:bodyPr>
          <a:lstStyle/>
          <a:p>
            <a:pPr marL="0" indent="0">
              <a:buNone/>
            </a:pPr>
            <a:r>
              <a:rPr lang="en-US" dirty="0"/>
              <a:t>Core Use Cases:</a:t>
            </a:r>
          </a:p>
          <a:p>
            <a:endParaRPr lang="en-US" dirty="0"/>
          </a:p>
          <a:p>
            <a:pPr marL="0" indent="0">
              <a:buNone/>
            </a:pPr>
            <a:r>
              <a:rPr lang="en-US" dirty="0"/>
              <a:t>1. Customer Registration &amp; Login</a:t>
            </a:r>
          </a:p>
          <a:p>
            <a:pPr marL="0" indent="0">
              <a:buNone/>
            </a:pPr>
            <a:r>
              <a:rPr lang="en-US" dirty="0"/>
              <a:t>2. Browse Tours by City</a:t>
            </a:r>
          </a:p>
          <a:p>
            <a:pPr marL="0" indent="0">
              <a:buNone/>
            </a:pPr>
            <a:r>
              <a:rPr lang="en-US" dirty="0"/>
              <a:t>3. Filter Tours by Preferences</a:t>
            </a:r>
          </a:p>
          <a:p>
            <a:pPr marL="0" indent="0">
              <a:buNone/>
            </a:pPr>
            <a:r>
              <a:rPr lang="en-US" dirty="0"/>
              <a:t>4. View Itinerary &amp; Submit Booking Request</a:t>
            </a:r>
          </a:p>
          <a:p>
            <a:pPr marL="0" indent="0">
              <a:buNone/>
            </a:pPr>
            <a:endParaRPr lang="en-US" dirty="0">
              <a:latin typeface="Noto Sans Batak" panose="020B0502040504020204" pitchFamily="34" charset="0"/>
            </a:endParaRPr>
          </a:p>
        </p:txBody>
      </p:sp>
    </p:spTree>
    <p:extLst>
      <p:ext uri="{BB962C8B-B14F-4D97-AF65-F5344CB8AC3E}">
        <p14:creationId xmlns:p14="http://schemas.microsoft.com/office/powerpoint/2010/main" val="1391076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a2761ec8-7198-4440-bea0-e9dd2af28b51}" enabled="1" method="Privileged" siteId="{73e15cf5-5dbb-46af-a862-753916269d73}" removed="0"/>
</clbl:labelList>
</file>

<file path=docProps/app.xml><?xml version="1.0" encoding="utf-8"?>
<Properties xmlns="http://schemas.openxmlformats.org/officeDocument/2006/extended-properties" xmlns:vt="http://schemas.openxmlformats.org/officeDocument/2006/docPropsVTypes">
  <TotalTime>94</TotalTime>
  <Words>142</Words>
  <Application>Microsoft Macintosh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Noto Sans Batak</vt:lpstr>
      <vt:lpstr>Office Theme</vt:lpstr>
      <vt:lpstr>High Fidelity Prototype</vt:lpstr>
      <vt:lpstr>System Overview </vt:lpstr>
      <vt:lpstr>Provider Flow</vt:lpstr>
      <vt:lpstr>Customer Flow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Sangye Tengkhar</cp:lastModifiedBy>
  <cp:revision>2</cp:revision>
  <dcterms:created xsi:type="dcterms:W3CDTF">2013-01-27T09:14:16Z</dcterms:created>
  <dcterms:modified xsi:type="dcterms:W3CDTF">2026-02-19T19:49:27Z</dcterms:modified>
  <cp:category/>
</cp:coreProperties>
</file>